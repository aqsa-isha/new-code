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06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73311"/>
            <a:ext cx="7556421" cy="489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Hadoop Ecosystem: Blocks, Yarn, and MapReduce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600456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covers the core components of the Hadoop ecosystem, focusing on HDFS block replication, Yarn, and MapReduce. We'll explore their vital roles in big data storage and processing.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40" y="518874"/>
            <a:ext cx="8891945" cy="58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 Replication Architecture in HDFS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0440" y="1485781"/>
            <a:ext cx="754737" cy="1132165"/>
          </a:xfrm>
          <a:prstGeom prst="roundRect">
            <a:avLst>
              <a:gd name="adj" fmla="val 3600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6302" y="1874996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3772" y="1674376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Block Splitting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603772" y="2082284"/>
            <a:ext cx="12366188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are divided into large blocks, typically 128MB or 256MB, for efficient storage and processing.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0440" y="2759393"/>
            <a:ext cx="754737" cy="1132165"/>
          </a:xfrm>
          <a:prstGeom prst="roundRect">
            <a:avLst>
              <a:gd name="adj" fmla="val 3600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302" y="3148608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3772" y="2947988"/>
            <a:ext cx="292227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Tolerant Replication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603772" y="3355896"/>
            <a:ext cx="12366188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block is replicated three times across different DataNodes to ensure data availability and fault tolerance.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0440" y="4033004"/>
            <a:ext cx="754737" cy="1132165"/>
          </a:xfrm>
          <a:prstGeom prst="roundRect">
            <a:avLst>
              <a:gd name="adj" fmla="val 3600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302" y="4422219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3772" y="4221599"/>
            <a:ext cx="333125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Replica Placement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603772" y="4629507"/>
            <a:ext cx="12366188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Replicas are strategically placed, usually one local and two on different racks, to optimize reliability and network traffic.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0440" y="5306616"/>
            <a:ext cx="754737" cy="1132165"/>
          </a:xfrm>
          <a:prstGeom prst="roundRect">
            <a:avLst>
              <a:gd name="adj" fmla="val 3600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302" y="5695831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3772" y="5495211"/>
            <a:ext cx="285952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NameNode Management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603772" y="5903119"/>
            <a:ext cx="12366188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NameNode centrally manages metadata, block locations, and orchestrates the replication process.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0440" y="6580227"/>
            <a:ext cx="754737" cy="1132165"/>
          </a:xfrm>
          <a:prstGeom prst="roundRect">
            <a:avLst>
              <a:gd name="adj" fmla="val 3600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302" y="6969443"/>
            <a:ext cx="283012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3772" y="6768822"/>
            <a:ext cx="287738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Re-replication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03772" y="7176730"/>
            <a:ext cx="12366188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case of a DataNode failure, HDFS automatically re-replicates missing blocks, ensuring continuous data accessibility.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228" y="388263"/>
            <a:ext cx="6668333" cy="441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Yarn: Yet Another Resource Negotiator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28" y="1200150"/>
            <a:ext cx="6648688" cy="6648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5103" y="1168360"/>
            <a:ext cx="6648688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Yarn serves as Hadoop's critical resource management layer, efficiently allocating cluster resources and scheduling applications.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495103" y="1975485"/>
            <a:ext cx="6648688" cy="60960"/>
          </a:xfrm>
          <a:prstGeom prst="roundRect">
            <a:avLst>
              <a:gd name="adj" fmla="val 9730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607635" y="1778913"/>
            <a:ext cx="423624" cy="423624"/>
          </a:xfrm>
          <a:prstGeom prst="roundRect">
            <a:avLst>
              <a:gd name="adj" fmla="val 21585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4675" y="1884759"/>
            <a:ext cx="169426" cy="2118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51552" y="2343745"/>
            <a:ext cx="1990368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Resource Management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651552" y="2705576"/>
            <a:ext cx="6335792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and allocates computational resources within the Hadoop cluster.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495103" y="3425666"/>
            <a:ext cx="6648688" cy="60960"/>
          </a:xfrm>
          <a:prstGeom prst="roundRect">
            <a:avLst>
              <a:gd name="adj" fmla="val 9730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0607635" y="3229094"/>
            <a:ext cx="423624" cy="423624"/>
          </a:xfrm>
          <a:prstGeom prst="roundRect">
            <a:avLst>
              <a:gd name="adj" fmla="val 21585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675" y="3334941"/>
            <a:ext cx="169426" cy="211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51552" y="3793927"/>
            <a:ext cx="2002512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Scheduling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651552" y="4155757"/>
            <a:ext cx="6335792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and oversees the execution of various applications.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495103" y="4875848"/>
            <a:ext cx="6648688" cy="60960"/>
          </a:xfrm>
          <a:prstGeom prst="roundRect">
            <a:avLst>
              <a:gd name="adj" fmla="val 9730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10607635" y="4679275"/>
            <a:ext cx="423624" cy="423624"/>
          </a:xfrm>
          <a:prstGeom prst="roundRect">
            <a:avLst>
              <a:gd name="adj" fmla="val 21585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4675" y="4785122"/>
            <a:ext cx="169426" cy="2118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51552" y="5244108"/>
            <a:ext cx="193750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Decoupled Processing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651552" y="5605939"/>
            <a:ext cx="6335792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resource management from data processing engines like MapReduce and Spark.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495103" y="6326029"/>
            <a:ext cx="6648688" cy="60960"/>
          </a:xfrm>
          <a:prstGeom prst="roundRect">
            <a:avLst>
              <a:gd name="adj" fmla="val 9730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0607635" y="6129457"/>
            <a:ext cx="423624" cy="423624"/>
          </a:xfrm>
          <a:prstGeom prst="roundRect">
            <a:avLst>
              <a:gd name="adj" fmla="val 21585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4675" y="6235303"/>
            <a:ext cx="169426" cy="2118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51552" y="6694289"/>
            <a:ext cx="1968460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 &amp; Efficiency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651552" y="7056120"/>
            <a:ext cx="6335792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multi-tenant, scalable, and highly efficient cluster utilization.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787360"/>
            <a:ext cx="7325678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MapReduce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74502" y="1810703"/>
            <a:ext cx="7594997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MapReduce is a fundamental programming model designed for processing vast datasets in parallel across a distributed computing environment. It simplifies the development of scalable data processing applications by abstracting the complexities of distributed systems.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2" y="3475911"/>
            <a:ext cx="1106448" cy="19831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02168" y="3697129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 Phase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2102168" y="4175522"/>
            <a:ext cx="6267331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Map phase involves filtering and sorting data. Input data is broken down into smaller chunks, processed by mapper tasks, and key-value pairs are generated.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02" y="5459016"/>
            <a:ext cx="1106448" cy="19831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02168" y="5680234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Phase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2102168" y="6158627"/>
            <a:ext cx="6267331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Reduce phase aggregates and summarizes the results. Output from the Map phase is shuffled and sorted, then processed by reducer tasks to produce the final output.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8748"/>
            <a:ext cx="129704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MapReduce? Unlocking Big Data Potential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115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705814"/>
            <a:ext cx="31709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Efficient Data Handling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19623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massive data volumes efficiently through parallel computation.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57115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705814"/>
            <a:ext cx="3202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Built-in Fault Tolerance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19623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robust processing by re-executing failed tasks automatically.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8901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623673"/>
            <a:ext cx="3292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Optimized Data Locality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114092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Minimizes network traffic by moving computation directly to the data's location.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489013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623673"/>
            <a:ext cx="33300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Simplified Programming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114092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automatic parallelization, simplifying distributed application development.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0950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MapReduce provides a powerful and resilient framework for handling the complexities of big data, making it an indispensable tool for large-scale data processing.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420</Words>
  <Application>Microsoft Office PowerPoint</Application>
  <PresentationFormat>Custom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Aqsa soomro</cp:lastModifiedBy>
  <cp:revision>2</cp:revision>
  <dcterms:created xsi:type="dcterms:W3CDTF">2025-07-18T08:26:58Z</dcterms:created>
  <dcterms:modified xsi:type="dcterms:W3CDTF">2025-07-18T12:17:44Z</dcterms:modified>
</cp:coreProperties>
</file>