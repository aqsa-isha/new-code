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etrona"/>
      <p:regular r:id="rId15"/>
    </p:embeddedFont>
    <p:embeddedFont>
      <p:font typeface="Petrona"/>
      <p:regular r:id="rId16"/>
    </p:embeddedFont>
    <p:embeddedFont>
      <p:font typeface="Petrona"/>
      <p:regular r:id="rId17"/>
    </p:embeddedFont>
    <p:embeddedFont>
      <p:font typeface="Petrona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02136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Navigating Data in Hadoop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793790" y="47015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explores key tools and concepts for managing and processing large datasets within the Hadoop ecosystem.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5403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Joins in MapReduce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5086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3586520"/>
            <a:ext cx="342149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Distributed Data Combination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530906" y="4502468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MapReduce joins combine data from multiple datasets across a distributed computing environment.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5086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3008" y="3586520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Common Join Types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973008" y="4112538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reduce-side, map-side, and semi-joins, each with distinct performance characteristics.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5086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5111" y="3586520"/>
            <a:ext cx="342149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Efficient Data Correlation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415111" y="4502468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used for correlating large-scale data efficiently across vast Hadoop clusters.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562689"/>
            <a:ext cx="5627965" cy="70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Sqoop?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803202"/>
            <a:ext cx="6349246" cy="6349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2494" y="1757243"/>
            <a:ext cx="634924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Sqoop: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Transfers bulk data between Hadoop and relational databases.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2494" y="2483644"/>
            <a:ext cx="634924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Processing: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Supports import/export using MapReduce jobs for scalability.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2494" y="3210044"/>
            <a:ext cx="634924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Flexibility: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Sqoop2 enhances connector flexibility and metadata management.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2494" y="3936444"/>
            <a:ext cx="634924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Conversion: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Converts RDBMS data to Hadoop formats like Avro or Parquet.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2102"/>
            <a:ext cx="944701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Interacting with Hive and Impala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878699"/>
            <a:ext cx="3451265" cy="283488"/>
          </a:xfrm>
          <a:prstGeom prst="roundRect">
            <a:avLst>
              <a:gd name="adj" fmla="val 3360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15076" y="3878699"/>
            <a:ext cx="5373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4555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Impala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93790" y="49715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Low-latency, MPP SQL engine for interactive queries.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3878699"/>
            <a:ext cx="3243858" cy="283488"/>
          </a:xfrm>
          <a:prstGeom prst="roundRect">
            <a:avLst>
              <a:gd name="adj" fmla="val 3360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49772" y="3878699"/>
            <a:ext cx="7447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Batch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444555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Hive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5235893" y="49715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Batch-oriented SQL-on-Hadoop using MapReduce.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3878699"/>
            <a:ext cx="3458051" cy="283488"/>
          </a:xfrm>
          <a:prstGeom prst="roundRect">
            <a:avLst>
              <a:gd name="adj" fmla="val 3360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06068" y="3878699"/>
            <a:ext cx="53054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7995" y="444555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Shared Language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9677995" y="49715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support SQL-92 style joins and complex queries.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8029"/>
            <a:ext cx="8697873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Working with Hive and Impala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367462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Hive's Strengths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429137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Translates queries into MapReduce jobs.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9647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complex data types and batch processing.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67462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Impala's Strengths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5332928" y="429137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queries directly for speed.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509647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Excels in interactive queries.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367462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Shared Capabilities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9872067" y="429137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data in HDFS, HBase, and Parquet.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509647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partitioning and bucketing for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9698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Types in Hive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582948"/>
            <a:ext cx="13042821" cy="1678781"/>
          </a:xfrm>
          <a:prstGeom prst="roundRect">
            <a:avLst>
              <a:gd name="adj" fmla="val 56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59056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73427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Primitive Types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734276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TINYINT, STRING (up to 2GB), TIMESTAMP, DECIMAL (user-defined precision).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424088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438459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Types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940379" y="4384596"/>
            <a:ext cx="86617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ARRAY, MAP, STRUCT for nested data structures. Impala supports these from version 2.3+.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5168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data types is crucial for efficient storage and query performance in Hive and Impala.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2210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 of Data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065621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04" y="3519249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Schema Enforcement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020604" y="4045268"/>
            <a:ext cx="59827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data conforms to predefined schema rules.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00211" y="2725460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7025" y="317908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Partition Validation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627025" y="3705106"/>
            <a:ext cx="59827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Verifying data integrity within partitioned tables.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45167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0604" y="559879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Profiling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20604" y="6124813"/>
            <a:ext cx="59827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data quality and characteristics.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00211" y="4805005"/>
            <a:ext cx="6436400" cy="226814"/>
          </a:xfrm>
          <a:prstGeom prst="roundRect">
            <a:avLst>
              <a:gd name="adj" fmla="val 42003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7025" y="525863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ETL Checks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27025" y="5784652"/>
            <a:ext cx="59827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Hive constraints and checks during Extract, Transform, Load (ETL) jobs.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562689"/>
            <a:ext cx="9403199" cy="70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HCatalog: Unified Data Management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803202"/>
            <a:ext cx="6349246" cy="6349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2494" y="1757243"/>
            <a:ext cx="634924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HCatalog: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table and storage management layer for the Hadoop ecosystem.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2494" y="2596277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shared schema and metadata service.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2494" y="2995255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seamless data sharing between tools.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2494" y="3394234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data ingestion and interoperability.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2494" y="3793212"/>
            <a:ext cx="634924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Facilitates metadata-driven data governance.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2025-07-25T07:45:04Z</dcterms:created>
  <dcterms:modified xsi:type="dcterms:W3CDTF">2025-07-25T07:45:04Z</dcterms:modified>
</cp:coreProperties>
</file>