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7" d="100"/>
          <a:sy n="67" d="100"/>
        </p:scale>
        <p:origin x="102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37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3299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Unlocking the Power of Big Data with Hadoop</a:t>
            </a:r>
            <a:endParaRPr lang="en-US" sz="4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36263"/>
            <a:ext cx="91139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Demystifying Big Data: The 4 V's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698671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28333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Volume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323749"/>
            <a:ext cx="552914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Refers to the immense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amounts of data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generated daily, from terabytes to petabytes and beyond. This scale requires specialized storage and processing.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2698671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28333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Velocity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3323749"/>
            <a:ext cx="55292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 at which data is generated, collected, and processed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Real-time analytics demands high velocity for immediate insights.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4979432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51140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Variety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5604510"/>
            <a:ext cx="552914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Encompasses the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diverse types of data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structured (databases), semi-structured (XML, JSON), and unstructured (text, images, video).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6884" y="4979432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51140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Veracity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5604510"/>
            <a:ext cx="55292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Pertains to the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 and trustworthiness of data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Big Data sources can be inconsistent, incomplete, or ambiguous, requiring validation.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9487" y="518160"/>
            <a:ext cx="10955655" cy="5888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Hadoop: The Foundation of Big Data Processing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59487" y="1578054"/>
            <a:ext cx="2826544" cy="353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Hadoop?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59487" y="2119670"/>
            <a:ext cx="6425922" cy="1507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Hadoop is an open-source framework designed for </a:t>
            </a: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 storage and processing of very large datasets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clusters of computers. It emerged from Google's research papers on GFS and MapReduce, providing a robust solution for handling data that traditional systems can't.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9487" y="3796546"/>
            <a:ext cx="6425922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Started in 2005 by Doug Cutting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59487" y="4163854"/>
            <a:ext cx="6425922" cy="30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Crucial for scalable data operations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2611" y="1601629"/>
            <a:ext cx="6425922" cy="642592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21750"/>
            <a:ext cx="119536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Diving Deeper: Hadoop's Core Architecture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93839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4" name="Shape 2"/>
          <p:cNvSpPr/>
          <p:nvPr/>
        </p:nvSpPr>
        <p:spPr>
          <a:xfrm>
            <a:off x="2551688" y="278415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2755761" y="2954298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51084" y="3691295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HDFS: Hadoop Distributed File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4536043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highly fault-tolerant, scalable storage system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breaks files into blocks and distributes them across nodes, replicating data for reliability.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093839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9" name="Shape 7"/>
          <p:cNvSpPr/>
          <p:nvPr/>
        </p:nvSpPr>
        <p:spPr>
          <a:xfrm>
            <a:off x="6974860" y="278415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7178933" y="2954298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474256" y="3691295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YARN: Yet Another Resource Negotiator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74256" y="4536043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Hadoop's operating system, responsible for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managing computing resources and scheduling applications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across the cluster, enhancing efficiency.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3093839"/>
            <a:ext cx="4196358" cy="121920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398032" y="2784158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4950BC"/>
          </a:solidFill>
          <a:ln/>
        </p:spPr>
      </p:sp>
      <p:sp>
        <p:nvSpPr>
          <p:cNvPr id="15" name="Text 13"/>
          <p:cNvSpPr/>
          <p:nvPr/>
        </p:nvSpPr>
        <p:spPr>
          <a:xfrm>
            <a:off x="11602105" y="2954298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897427" y="36912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MapReduce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97427" y="4181713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programming model for processing large datasets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a parallel, distributed algorithm on a cluster. It consists of two main phases: Map and Reduce.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65246"/>
            <a:ext cx="95048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Choose Hadoop for Big Data?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27653"/>
            <a:ext cx="4196358" cy="3136702"/>
          </a:xfrm>
          <a:prstGeom prst="roundRect">
            <a:avLst>
              <a:gd name="adj" fmla="val 303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3620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Scalability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852505"/>
            <a:ext cx="37274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Hadoop can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 horizontally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by simply adding more commodity hardware, making it cost-effective for growing data volumes without major infrastructure overhauls.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127653"/>
            <a:ext cx="4196358" cy="3136702"/>
          </a:xfrm>
          <a:prstGeom prst="roundRect">
            <a:avLst>
              <a:gd name="adj" fmla="val 303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33620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Fault Tolerance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852505"/>
            <a:ext cx="372749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Through data replication (typically 3 copies of each block in HDFS) and automatic re-execution of failed tasks, Hadoop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ensures data availability and integrity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even if nodes fail.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127653"/>
            <a:ext cx="4196358" cy="3136702"/>
          </a:xfrm>
          <a:prstGeom prst="roundRect">
            <a:avLst>
              <a:gd name="adj" fmla="val 303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33620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Flexibility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3852505"/>
            <a:ext cx="37274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handles </a:t>
            </a: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various data types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(structured, semi-structured, unstructured) and integrates with a wide array of tools, adapting to diverse analytical needs.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9371" y="613767"/>
            <a:ext cx="9811702" cy="606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Beyond the Core: The Hadoop Ecosystem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79371" y="1608534"/>
            <a:ext cx="13271659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Hadoop is more than just HDFS and MapReduce; it's a rich ecosystem of tools designed to simplify and extend Big Data capabilities.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79371" y="2137410"/>
            <a:ext cx="13271659" cy="5478304"/>
          </a:xfrm>
          <a:prstGeom prst="roundRect">
            <a:avLst>
              <a:gd name="adj" fmla="val 148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6991" y="2145030"/>
            <a:ext cx="13256419" cy="869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81063" y="2269093"/>
            <a:ext cx="3584972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61798" y="2269093"/>
            <a:ext cx="8887539" cy="62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warehousing software facilitates querying and managing large datasets residing in distributed storage.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6991" y="3014186"/>
            <a:ext cx="13256419" cy="869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881063" y="3138249"/>
            <a:ext cx="3584972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61798" y="3138249"/>
            <a:ext cx="8887539" cy="62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High-level platform for creating MapReduce programs used for ETL and large-scale data processing.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6991" y="3883343"/>
            <a:ext cx="13256419" cy="5586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81063" y="4007406"/>
            <a:ext cx="3584972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HBase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61798" y="4007406"/>
            <a:ext cx="8887539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NoSQL database for random, real-time read/write access to Big Data, running on top of HDFS.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6991" y="4441984"/>
            <a:ext cx="13256419" cy="869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81063" y="4566047"/>
            <a:ext cx="3584972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Flume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61798" y="4566047"/>
            <a:ext cx="8887539" cy="62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for collecting, aggregating, and moving large amounts of log data from various sources into HDFS.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6991" y="5311140"/>
            <a:ext cx="13256419" cy="5586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81063" y="5435203"/>
            <a:ext cx="3584972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Sqoop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61798" y="5435203"/>
            <a:ext cx="8887539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 for transferring data between Hadoop and relational databases (SQL databases).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86991" y="5869781"/>
            <a:ext cx="13256419" cy="86915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81063" y="5993844"/>
            <a:ext cx="3584972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ZooKeeper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61798" y="5993844"/>
            <a:ext cx="8887539" cy="62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Centralized service for maintaining configuration information, naming, providing distributed synchronization, and group services.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86991" y="6738938"/>
            <a:ext cx="13256419" cy="86915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81063" y="6863001"/>
            <a:ext cx="3584972" cy="310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Oozie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861798" y="6863001"/>
            <a:ext cx="8887539" cy="62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scheduler system to manage Hadoop jobs, allowing for complex data processing pipelines.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9218"/>
            <a:ext cx="114829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Quiz Time: Test Your Hadoop Knowledge!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3951" y="2776776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to check your understanding of Big Data and Hadoop? Let's tackle some common questions.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521625"/>
            <a:ext cx="30480" cy="873204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64998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5th V of Big Data: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Beyond Volume, Velocity, Variety, and Veracity, what is often considered the fifth 'V' of Big Data, emphasizing the insights derived from it?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45508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Hadoop Components: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Which core Hadoop component is responsible for resource management and job scheduling in a cluster?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26018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Duplication: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HDFS, how does Hadoop achieve fault tolerance and data reliability?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70237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Hive vs. Pig: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Briefly explain the primary difference in purpose between Apache Hive and Apache Pig within the Hadoop ecosystem.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50748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YARN's Role:</a:t>
            </a: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Describe a key advantage of YARN's introduction to the Hadoop ecosystem.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7474" y="587454"/>
            <a:ext cx="7509510" cy="667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Takeaways &amp; Next Steps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47474" y="1788676"/>
            <a:ext cx="3203615" cy="400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Core Insights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747474" y="2402562"/>
            <a:ext cx="6307217" cy="683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Hadoop empowers </a:t>
            </a: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 storage and processing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massive datasets.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7474" y="3160633"/>
            <a:ext cx="6307217" cy="683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Scalability and fault tolerance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are fundamental to Big Data systems.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47474" y="3918704"/>
            <a:ext cx="6307217" cy="683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rich Hadoop ecosystem provides tools for every stage of the </a:t>
            </a: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lifecycle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7474" y="4676775"/>
            <a:ext cx="6307217" cy="683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the </a:t>
            </a:r>
            <a:r>
              <a:rPr lang="en-US" sz="1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(or 5) V's</a:t>
            </a: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Big Data is crucial for effective management.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583329" y="1788676"/>
            <a:ext cx="3203615" cy="400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Your Next Steps</a:t>
            </a:r>
            <a:endParaRPr lang="en-US" sz="2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329" y="2429351"/>
            <a:ext cx="1067872" cy="165746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64679" y="2642830"/>
            <a:ext cx="2669619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Explore Further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864679" y="3189923"/>
            <a:ext cx="5025866" cy="683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Dive into specific Hadoop tools like Spark or Kafka.</a:t>
            </a:r>
            <a:endParaRPr lang="en-US" sz="16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329" y="4086820"/>
            <a:ext cx="1067872" cy="16574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864679" y="4300299"/>
            <a:ext cx="2669619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Hands-On Practice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8864679" y="4847392"/>
            <a:ext cx="5025866" cy="683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up a mini Hadoop cluster or try cloud-based services.</a:t>
            </a:r>
            <a:endParaRPr lang="en-US" sz="165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3329" y="5744289"/>
            <a:ext cx="1067872" cy="16574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864679" y="5957768"/>
            <a:ext cx="2669619" cy="333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Certifications</a:t>
            </a:r>
            <a:endParaRPr lang="en-US" sz="2100" dirty="0"/>
          </a:p>
        </p:txBody>
      </p:sp>
      <p:sp>
        <p:nvSpPr>
          <p:cNvPr id="17" name="Text 12"/>
          <p:cNvSpPr/>
          <p:nvPr/>
        </p:nvSpPr>
        <p:spPr>
          <a:xfrm>
            <a:off x="8864679" y="6504861"/>
            <a:ext cx="5025866" cy="683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Consider professional certifications in Big Data or Hadoop.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755</Words>
  <Application>Microsoft Office PowerPoint</Application>
  <PresentationFormat>Custom</PresentationFormat>
  <Paragraphs>76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Faculty PC 03</cp:lastModifiedBy>
  <cp:revision>2</cp:revision>
  <dcterms:created xsi:type="dcterms:W3CDTF">2025-07-14T08:59:08Z</dcterms:created>
  <dcterms:modified xsi:type="dcterms:W3CDTF">2025-07-11T16:12:09Z</dcterms:modified>
</cp:coreProperties>
</file>